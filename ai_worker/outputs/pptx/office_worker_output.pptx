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1557189"/>
            <a:ext cx="8128099" cy="0"/>
          </a:xfrm>
          <a:prstGeom prst="line">
            <a:avLst/>
          </a:prstGeom>
          <a:noFill/>
          <a:ln w="28575">
            <a:solidFill>
              <a:srgbClr val="0547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507950"/>
            <a:ext cx="82906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4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2.5 模型调研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8095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下一代AI助手 - 技术概览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876276"/>
            <a:ext cx="39898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54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核心功能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2314426"/>
            <a:ext cx="3911650" cy="87362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76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超长上下文</a:t>
            </a:r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：支持200万字处理能力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多模态理解</a:t>
            </a:r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：文本、图像、代码全面支持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深度推理</a:t>
            </a:r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：复杂问题分析与逻辑推演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24400" y="1876276"/>
            <a:ext cx="39898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54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性能亮点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4400" y="2314426"/>
            <a:ext cx="3911650" cy="87362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76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响应速度</a:t>
            </a:r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：毫秒级实时交互体验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准确率提升</a:t>
            </a:r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：较前代提升40%+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</a:t>
            </a:r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：推理效率提升3倍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3543449"/>
            <a:ext cx="8128099" cy="1139130"/>
          </a:xfrm>
          <a:prstGeom prst="roundRect">
            <a:avLst>
              <a:gd name="adj" fmla="val 418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3543449"/>
            <a:ext cx="0" cy="1139130"/>
          </a:xfrm>
          <a:prstGeom prst="line">
            <a:avLst/>
          </a:prstGeom>
          <a:noFill/>
          <a:ln w="38100">
            <a:solidFill>
              <a:srgbClr val="0547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450" y="3695849"/>
            <a:ext cx="79409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54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💼 应用场景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8450" y="4083100"/>
            <a:ext cx="7940903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企业级应用：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智能客服、文档分析、代码审查 |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创作辅助：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内容生成、翻译、总结 |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研发支持：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技术调研、数据分析、方案设计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2026-02-02T15:14:03Z</dcterms:created>
  <dcterms:modified xsi:type="dcterms:W3CDTF">2026-02-02T15:14:03Z</dcterms:modified>
</cp:coreProperties>
</file>